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30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4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38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21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741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812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29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93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20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75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689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B39A5-92A7-4ADC-BD3F-5BFA1709991D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D3290-F327-4851-9736-2D2CEEB39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221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html/rfc8259" TargetMode="External"/><Relationship Id="rId2" Type="http://schemas.openxmlformats.org/officeDocument/2006/relationships/hyperlink" Target="https://www.json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A45F-02EA-161E-C833-A57302DC9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 in Python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1D130-3A1C-7B9E-7E6C-8A3DC6BFA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860" y="372971"/>
            <a:ext cx="5382376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811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8FA3-3039-015A-CE26-CA15E9E2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0B2D-1F5A-8758-3991-C6450105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JSON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stands for </a:t>
            </a:r>
            <a:r>
              <a:rPr lang="en-IN" b="0" i="0" u="none" strike="noStrike" dirty="0">
                <a:solidFill>
                  <a:srgbClr val="619CCD"/>
                </a:solidFill>
                <a:effectLst/>
                <a:latin typeface="Source Sans Pro" panose="020B0503030403020204" pitchFamily="34" charset="0"/>
                <a:hlinkClick r:id="rId2"/>
              </a:rPr>
              <a:t>JavaScript Object Notation</a:t>
            </a:r>
            <a:r>
              <a:rPr lang="en-IN" u="none" strike="noStrike" dirty="0">
                <a:solidFill>
                  <a:srgbClr val="222222"/>
                </a:solidFill>
                <a:latin typeface="Source Sans Pro" panose="020B0503030403020204" pitchFamily="34" charset="0"/>
              </a:rPr>
              <a:t> &amp; it is originated from </a:t>
            </a:r>
            <a:r>
              <a:rPr lang="en-IN" u="none" strike="noStrike" dirty="0" err="1">
                <a:solidFill>
                  <a:srgbClr val="222222"/>
                </a:solidFill>
                <a:latin typeface="Source Sans Pro" panose="020B0503030403020204" pitchFamily="34" charset="0"/>
              </a:rPr>
              <a:t>javascript</a:t>
            </a:r>
            <a:endParaRPr lang="en-IN" u="none" strike="noStrike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IN" b="0" i="0" u="none" strike="noStrike" dirty="0">
                <a:solidFill>
                  <a:srgbClr val="619CCD"/>
                </a:solidFill>
                <a:effectLst/>
                <a:latin typeface="Source Sans Pro" panose="020B0503030403020204" pitchFamily="34" charset="0"/>
                <a:hlinkClick r:id="rId3"/>
              </a:rPr>
              <a:t>standard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for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data interchange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It means that a script (executable) file which is made of text in a programming language, is used to store and transfer the data.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Python supports JSON through a built-in package called JSON.</a:t>
            </a:r>
            <a:endParaRPr lang="en-IN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n-IN" dirty="0">
                <a:solidFill>
                  <a:srgbClr val="222222"/>
                </a:solidFill>
                <a:latin typeface="Source Sans Pro" panose="020B0503030403020204" pitchFamily="34" charset="0"/>
              </a:rPr>
              <a:t>JSON Syntax</a:t>
            </a:r>
          </a:p>
          <a:p>
            <a:r>
              <a:rPr lang="en-IN" dirty="0">
                <a:solidFill>
                  <a:srgbClr val="222222"/>
                </a:solidFill>
                <a:latin typeface="Source Sans Pro" panose="020B0503030403020204" pitchFamily="34" charset="0"/>
              </a:rPr>
              <a:t>{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222222"/>
                </a:solidFill>
                <a:latin typeface="Source Sans Pro" panose="020B0503030403020204" pitchFamily="34" charset="0"/>
              </a:rPr>
              <a:t>“greeting”: “Good Afternoon”</a:t>
            </a:r>
          </a:p>
          <a:p>
            <a:r>
              <a:rPr lang="en-IN" dirty="0">
                <a:solidFill>
                  <a:srgbClr val="222222"/>
                </a:solidFill>
                <a:latin typeface="Source Sans Pro" panose="020B0503030403020204" pitchFamily="34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344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13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2A7762-FBE4-0C0E-46D2-EB6A6DA2F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505" y="643467"/>
            <a:ext cx="629498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8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C923-A041-DDE4-A005-8EE6C85F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Syntax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FA16-8E8F-86C7-4CE5-EE1B2629D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Inside the JSON object, you can define zero, one, or more key-value pairs. If you add multiple key-value pairs, then you must separate them with a comma (,).</a:t>
            </a:r>
          </a:p>
          <a:p>
            <a:r>
              <a:rPr lang="en-US" dirty="0"/>
              <a:t>A key-value pair in a JSON object is separated by a colon (:). </a:t>
            </a:r>
          </a:p>
          <a:p>
            <a:r>
              <a:rPr lang="en-US" dirty="0"/>
              <a:t>On the left side of the colon, you define a key. A key is a string you must wrap in double quotes ("). Unlike Python, JSON strings don’t support single quotes (').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12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EEF06-E47A-FFB2-4436-78DB2B68B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JSON datatypes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975B01-1986-FDA2-70F0-B219B92B7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5864" y="2354239"/>
            <a:ext cx="6472271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7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BB51-C7AF-A09D-DCB9-8790DE7B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with JSON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2A8D1-381B-BE37-A62C-22B0183E4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14272"/>
            <a:ext cx="7886700" cy="47626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Python supports the JSON format through the built-in module named </a:t>
            </a:r>
            <a:r>
              <a:rPr lang="en-US" dirty="0" err="1"/>
              <a:t>json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 err="1"/>
              <a:t>json</a:t>
            </a:r>
            <a:r>
              <a:rPr lang="en-US" dirty="0"/>
              <a:t> module is specifically designed for reading and writing strings formatted as JSON.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act of converting data into the JSON format is referred to as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serialization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 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This process involves transforming data into a series of bytes for storage or transmission over a network. 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opposite process,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deserialization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involves decoding data from the JSON format back into a usable form within Python.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76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6CD1A-9CC0-DEA7-31BC-9E3AA09D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Reading a file in JSON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BDD6761-9D8B-6026-16DA-0821BAAF3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25" y="2356606"/>
            <a:ext cx="8058150" cy="3943350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1241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5B8F4097-0097-2C82-33F6-2B74E1A51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98661"/>
            <a:ext cx="8178799" cy="1860676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D84938-740E-DD18-06B3-0D845E8C2FC3}"/>
              </a:ext>
            </a:extLst>
          </p:cNvPr>
          <p:cNvSpPr/>
          <p:nvPr/>
        </p:nvSpPr>
        <p:spPr>
          <a:xfrm>
            <a:off x="2994040" y="1248263"/>
            <a:ext cx="2400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7114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F601-AD2A-B0DD-E3AB-E76B7771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72BCC-E66B-C9FA-C06B-01B7BD463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parallel to </a:t>
            </a:r>
            <a:r>
              <a:rPr lang="en-IN" dirty="0" err="1"/>
              <a:t>json.dumps</a:t>
            </a:r>
            <a:r>
              <a:rPr lang="en-IN" dirty="0"/>
              <a:t>() and </a:t>
            </a:r>
            <a:r>
              <a:rPr lang="en-IN" dirty="0" err="1"/>
              <a:t>json.dump</a:t>
            </a:r>
            <a:r>
              <a:rPr lang="en-IN" dirty="0"/>
              <a:t>(), the </a:t>
            </a:r>
            <a:r>
              <a:rPr lang="en-IN" dirty="0" err="1"/>
              <a:t>json</a:t>
            </a:r>
            <a:r>
              <a:rPr lang="en-IN" dirty="0"/>
              <a:t> library provides two functions to deserialize JSON data into a Python object:</a:t>
            </a:r>
          </a:p>
          <a:p>
            <a:endParaRPr lang="en-IN" dirty="0"/>
          </a:p>
          <a:p>
            <a:pPr lvl="1"/>
            <a:r>
              <a:rPr lang="en-IN" dirty="0" err="1"/>
              <a:t>json.loads</a:t>
            </a:r>
            <a:r>
              <a:rPr lang="en-IN" dirty="0"/>
              <a:t>(): To deserialize a string, bytes, or byte array instances</a:t>
            </a:r>
          </a:p>
          <a:p>
            <a:pPr lvl="1"/>
            <a:r>
              <a:rPr lang="en-IN" dirty="0" err="1"/>
              <a:t>json.load</a:t>
            </a:r>
            <a:r>
              <a:rPr lang="en-IN" dirty="0"/>
              <a:t>(): To deserialize a text file or a binary file</a:t>
            </a:r>
          </a:p>
        </p:txBody>
      </p:sp>
    </p:spTree>
    <p:extLst>
      <p:ext uri="{BB962C8B-B14F-4D97-AF65-F5344CB8AC3E}">
        <p14:creationId xmlns:p14="http://schemas.microsoft.com/office/powerpoint/2010/main" val="4123554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E7393-57A5-D370-8DF8-8B701F0E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Deserialize a JSON String to an Object in Python</a:t>
            </a:r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08374-CE0A-82B3-CEC6-7CB857CAF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Deserialization of JSON means the conversion of JSON objects into their respective Python objects.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load()/loads() method is used for it. If you have used JSON data from another program or obtained it as a string format of JSON, then it can easily be deserialized with load()/loads(), which is usually used to load from string, otherwise, the root object is in list or dict.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723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BA00C7-993A-FB90-7A9B-9DB9CC62AABF}"/>
              </a:ext>
            </a:extLst>
          </p:cNvPr>
          <p:cNvSpPr/>
          <p:nvPr/>
        </p:nvSpPr>
        <p:spPr>
          <a:xfrm>
            <a:off x="3239746" y="2967335"/>
            <a:ext cx="26645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58037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392</Words>
  <Application>Microsoft Office PowerPoint</Application>
  <PresentationFormat>On-screen Show (4:3)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Nunito</vt:lpstr>
      <vt:lpstr>Source Sans Pro</vt:lpstr>
      <vt:lpstr>Office Theme</vt:lpstr>
      <vt:lpstr>JSON in Python</vt:lpstr>
      <vt:lpstr>JSON</vt:lpstr>
      <vt:lpstr>PowerPoint Presentation</vt:lpstr>
      <vt:lpstr>JSON Syntax</vt:lpstr>
      <vt:lpstr>JSON datatypes</vt:lpstr>
      <vt:lpstr>Python with JSON</vt:lpstr>
      <vt:lpstr>Reading a file in JSON</vt:lpstr>
      <vt:lpstr>PowerPoint Presentation</vt:lpstr>
      <vt:lpstr>json</vt:lpstr>
      <vt:lpstr>Deserialize a JSON String to an Object in Python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22</cp:revision>
  <dcterms:created xsi:type="dcterms:W3CDTF">2025-04-21T10:37:35Z</dcterms:created>
  <dcterms:modified xsi:type="dcterms:W3CDTF">2025-04-21T11:08:18Z</dcterms:modified>
</cp:coreProperties>
</file>