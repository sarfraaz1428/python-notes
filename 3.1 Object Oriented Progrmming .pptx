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0" r:id="rId4"/>
    <p:sldId id="271" r:id="rId5"/>
    <p:sldId id="273" r:id="rId6"/>
    <p:sldId id="274" r:id="rId7"/>
    <p:sldId id="257" r:id="rId8"/>
    <p:sldId id="258" r:id="rId9"/>
    <p:sldId id="259" r:id="rId10"/>
    <p:sldId id="261" r:id="rId11"/>
    <p:sldId id="260" r:id="rId12"/>
    <p:sldId id="262" r:id="rId13"/>
    <p:sldId id="263" r:id="rId14"/>
    <p:sldId id="27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86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81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96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07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70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6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27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69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18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1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13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48D8E-B6B8-4D47-89BD-09BCCF66CB44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A4AFC-9776-468B-A5E2-B576825F1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37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duck-typing-pytho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send-email/" TargetMode="External"/><Relationship Id="rId2" Type="http://schemas.openxmlformats.org/officeDocument/2006/relationships/hyperlink" Target="http://en.wikipedia.org/wiki/Programming_paradig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python-class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AA41-5D27-12A7-9CDD-7EC3DCA1F8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 Oriented Programming in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AA437-A9F8-887C-EB7B-E0A701E34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9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CE69-BC55-E6A3-E15D-AAC9B808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7863"/>
            <a:ext cx="7886700" cy="427354"/>
          </a:xfrm>
        </p:spPr>
        <p:txBody>
          <a:bodyPr>
            <a:normAutofit fontScale="90000"/>
          </a:bodyPr>
          <a:lstStyle/>
          <a:p>
            <a:r>
              <a:rPr lang="en-US" dirty="0"/>
              <a:t>OOPs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DF234-9D7D-808F-4928-CF8C8132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92481"/>
            <a:ext cx="7886700" cy="5907656"/>
          </a:xfrm>
        </p:spPr>
        <p:txBody>
          <a:bodyPr>
            <a:normAutofit fontScale="85000" lnSpcReduction="20000"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Encapsulation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allows you to bundle data (attributes) and behaviors (methods) within a class to create a cohesive unit. By defining methods to control access to attributes and its modification, encapsulation helps maintain data integrity and promotes modular, secure code.</a:t>
            </a:r>
          </a:p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Inheritance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enables the creation of hierarchical relationships between classes, allowing a subclass to inherit attributes and methods from a parent class. This promotes code reuse and reduces duplication.</a:t>
            </a:r>
          </a:p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Abstraction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focuses on hiding implementation details and exposing only the essential functionality of an object. By enforcing a consistent interface, abstraction simplifies interactions with objects, allowing developers to focus on what an object does rather than how it achieves its functionality.</a:t>
            </a:r>
          </a:p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Polymorphism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allows you to treat objects of different types as instances of the same base type, as long as they implement a common interface or behavior. Python’s </a:t>
            </a:r>
            <a:r>
              <a:rPr lang="en-US" b="0" i="0" u="none" strike="noStrike" dirty="0">
                <a:solidFill>
                  <a:srgbClr val="619CCD"/>
                </a:solidFill>
                <a:effectLst/>
                <a:latin typeface="Source Sans Pro" panose="020B0503030403020204" pitchFamily="34" charset="0"/>
                <a:hlinkClick r:id="rId2"/>
              </a:rPr>
              <a:t>duck typing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make it especially suited for polymorphism, as it allows you to access attributes and methods on objects without needing to worry about their actual class.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76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F819-65EA-95B3-9AEE-BB2A3318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3386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7C528-F767-6F81-1759-802ADA199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4272"/>
            <a:ext cx="7886700" cy="476269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classes</a:t>
            </a:r>
            <a:r>
              <a:rPr lang="en-US" dirty="0"/>
              <a:t> provide a sort of template for objects</a:t>
            </a:r>
          </a:p>
          <a:p>
            <a:r>
              <a:rPr lang="en-US" dirty="0"/>
              <a:t>instance of a class an </a:t>
            </a:r>
            <a:r>
              <a:rPr lang="en-US" dirty="0">
                <a:solidFill>
                  <a:srgbClr val="FF0000"/>
                </a:solidFill>
              </a:rPr>
              <a:t>object</a:t>
            </a:r>
          </a:p>
          <a:p>
            <a:r>
              <a:rPr lang="en-US" dirty="0"/>
              <a:t>Data members of an object are called instance data members or instance variables. Data items shared by all objects of a class are called class data members or class variables.</a:t>
            </a:r>
          </a:p>
          <a:p>
            <a:r>
              <a:rPr lang="en-US" dirty="0"/>
              <a:t>Data members can be accessible outside an object, or you can make them internal to the object for the private use of the methods inside the object.</a:t>
            </a:r>
          </a:p>
          <a:p>
            <a:r>
              <a:rPr lang="en-US" dirty="0"/>
              <a:t>Methods are the functions built into a class and therefore built into the objects you create from that class.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20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B72BF-237C-F985-1CF2-B1D441AF1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12"/>
            <a:ext cx="7886700" cy="6042851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Object-oriented programming is a </a:t>
            </a:r>
            <a:r>
              <a:rPr lang="en-US" b="0" i="0" u="none" strike="noStrike" dirty="0">
                <a:solidFill>
                  <a:srgbClr val="619CCD"/>
                </a:solidFill>
                <a:effectLst/>
                <a:latin typeface="Source Sans Pro" panose="020B0503030403020204" pitchFamily="34" charset="0"/>
                <a:hlinkClick r:id="rId2"/>
              </a:rPr>
              <a:t>programming paradigm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that provides a means of structuring programs so that properties and behaviors are bundled into individual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objects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For example, an object could represent a person with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properties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like a name, age, and address and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behaviors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such as walking, talking, breathing, and running. Or it could represent an </a:t>
            </a:r>
            <a:r>
              <a:rPr lang="en-US" b="0" i="0" u="none" strike="noStrike" dirty="0">
                <a:solidFill>
                  <a:srgbClr val="619CCD"/>
                </a:solidFill>
                <a:effectLst/>
                <a:latin typeface="Source Sans Pro" panose="020B0503030403020204" pitchFamily="34" charset="0"/>
                <a:hlinkClick r:id="rId3"/>
              </a:rPr>
              <a:t>email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with properties like a recipient list, subject, and body and behaviors like adding attachments and sending.</a:t>
            </a:r>
          </a:p>
          <a:p>
            <a:pPr algn="l"/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173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D1207-D298-A9DE-BDFD-E57FBF17D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51104"/>
            <a:ext cx="7886700" cy="6108192"/>
          </a:xfrm>
        </p:spPr>
        <p:txBody>
          <a:bodyPr>
            <a:normAutofit fontScale="92500" lnSpcReduction="10000"/>
          </a:bodyPr>
          <a:lstStyle/>
          <a:p>
            <a:r>
              <a:rPr lang="en-US" b="0" i="0" u="none" strike="noStrike" dirty="0">
                <a:solidFill>
                  <a:srgbClr val="619CCD"/>
                </a:solidFill>
                <a:effectLst/>
                <a:latin typeface="Source Sans Pro" panose="020B0503030403020204" pitchFamily="34" charset="0"/>
                <a:hlinkClick r:id="rId2"/>
              </a:rPr>
              <a:t>Classes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allow you to create user-defined data structures. Classes define functions called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methods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which identify the behaviors and actions that an object created from the class can perform with its data.</a:t>
            </a:r>
          </a:p>
          <a:p>
            <a:r>
              <a:rPr lang="en-IN" dirty="0" err="1"/>
              <a:t>Eg</a:t>
            </a:r>
            <a:r>
              <a:rPr lang="en-IN" dirty="0"/>
              <a:t>:</a:t>
            </a:r>
          </a:p>
          <a:p>
            <a:r>
              <a:rPr lang="en-US" dirty="0"/>
              <a:t>class Dog:</a:t>
            </a:r>
          </a:p>
          <a:p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name, age):</a:t>
            </a:r>
          </a:p>
          <a:p>
            <a:r>
              <a:rPr lang="en-US" dirty="0"/>
              <a:t>        self.name = name</a:t>
            </a:r>
          </a:p>
          <a:p>
            <a:r>
              <a:rPr lang="en-US" dirty="0"/>
              <a:t>        </a:t>
            </a:r>
            <a:r>
              <a:rPr lang="en-US" dirty="0" err="1"/>
              <a:t>self.age</a:t>
            </a:r>
            <a:r>
              <a:rPr lang="en-US" dirty="0"/>
              <a:t> = age</a:t>
            </a:r>
          </a:p>
          <a:p>
            <a:r>
              <a:rPr lang="en-US" dirty="0"/>
              <a:t>All dog objects must have a method called as __</a:t>
            </a:r>
            <a:r>
              <a:rPr lang="en-US" dirty="0" err="1"/>
              <a:t>init</a:t>
            </a:r>
            <a:r>
              <a:rPr lang="en-US" dirty="0"/>
              <a:t>__()</a:t>
            </a:r>
          </a:p>
          <a:p>
            <a:r>
              <a:rPr lang="en-US" dirty="0"/>
              <a:t>Every time you create a new Dog object, .__</a:t>
            </a:r>
            <a:r>
              <a:rPr lang="en-US" dirty="0" err="1"/>
              <a:t>init</a:t>
            </a:r>
            <a:r>
              <a:rPr lang="en-US" dirty="0"/>
              <a:t>__() sets the initial state of the object by assigning the values of the object’s properties. That is, .__</a:t>
            </a:r>
            <a:r>
              <a:rPr lang="en-US" dirty="0" err="1"/>
              <a:t>init</a:t>
            </a:r>
            <a:r>
              <a:rPr lang="en-US" dirty="0"/>
              <a:t>__() initializes each new instance of the class.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77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4AA4-F816-EC6C-90B5-C89D01727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83656-A47B-00F6-EDB9-CE31012C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6736"/>
            <a:ext cx="7886700" cy="4860227"/>
          </a:xfrm>
        </p:spPr>
        <p:txBody>
          <a:bodyPr>
            <a:normAutofit lnSpcReduction="10000"/>
          </a:bodyPr>
          <a:lstStyle/>
          <a:p>
            <a:r>
              <a:rPr lang="en-US" b="0" i="0" u="none" strike="noStrike" dirty="0">
                <a:solidFill>
                  <a:srgbClr val="619CCD"/>
                </a:solidFill>
                <a:effectLst/>
                <a:latin typeface="Source Sans Pro" panose="020B0503030403020204" pitchFamily="34" charset="0"/>
              </a:rPr>
              <a:t>Inheritance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is the process by which one class takes on the attributes and methods of another. Newly formed classes are called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child classes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and the classes that you derive child classes from are called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parent classes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r>
              <a:rPr lang="en-US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Eg</a:t>
            </a:r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 :</a:t>
            </a:r>
          </a:p>
          <a:p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Class parent:</a:t>
            </a:r>
          </a:p>
          <a:p>
            <a:pPr lvl="1"/>
            <a:r>
              <a:rPr lang="en-US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hair_color</a:t>
            </a:r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=“brown”</a:t>
            </a:r>
          </a:p>
          <a:p>
            <a:pPr lvl="1"/>
            <a:r>
              <a:rPr lang="en-US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spaeak</a:t>
            </a:r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=“English”</a:t>
            </a:r>
          </a:p>
          <a:p>
            <a:pPr lvl="1"/>
            <a:endParaRPr lang="en-US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class Child(parent):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pass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1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A7B9-1B06-EDA8-9A82-A47D5D35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8B7451-BF24-3E16-0DD4-0B0C8E606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152" y="1349313"/>
            <a:ext cx="6412686" cy="37965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0720B-4180-6CD7-3DEB-AFEF3C489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2" y="5479034"/>
            <a:ext cx="7623150" cy="110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6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71E5-C25F-51B9-EB7D-61EC7F4A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1092"/>
          </a:xfrm>
        </p:spPr>
        <p:txBody>
          <a:bodyPr/>
          <a:lstStyle/>
          <a:p>
            <a:r>
              <a:rPr lang="en-US" dirty="0"/>
              <a:t>Creating 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72E97-8428-4DD9-C024-DFECE567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6218"/>
            <a:ext cx="7886700" cy="282179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To create an instance of a class, you “call” the class and pass in whatever arguments its __</a:t>
            </a:r>
            <a:r>
              <a:rPr lang="en-US" dirty="0" err="1"/>
              <a:t>init</a:t>
            </a:r>
            <a:r>
              <a:rPr lang="en-US" dirty="0"/>
              <a:t>__ method accepts, and you access the object’s attributes using the dot operator:</a:t>
            </a:r>
          </a:p>
          <a:p>
            <a:r>
              <a:rPr lang="en-US" dirty="0"/>
              <a:t>An instance of a class uses a dictionary (named __</a:t>
            </a:r>
            <a:r>
              <a:rPr lang="en-US" dirty="0" err="1"/>
              <a:t>dict</a:t>
            </a:r>
            <a:r>
              <a:rPr lang="en-US" dirty="0"/>
              <a:t>__) to hold the attributes and values specific to that instance. Thus </a:t>
            </a:r>
            <a:r>
              <a:rPr lang="en-US" dirty="0" err="1"/>
              <a:t>object.attribute</a:t>
            </a:r>
            <a:r>
              <a:rPr lang="en-US" dirty="0"/>
              <a:t> is the same as object.__</a:t>
            </a:r>
            <a:r>
              <a:rPr lang="en-US" dirty="0" err="1"/>
              <a:t>dict</a:t>
            </a:r>
            <a:r>
              <a:rPr lang="en-US" dirty="0"/>
              <a:t>__[‘attribute’]. Additionally, each object and class has a few other special members: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35B89-5ED5-2236-DC8A-A96C91A7E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4" y="4273486"/>
            <a:ext cx="6558915" cy="241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0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E929-8D71-B298-04D2-2DC5F7021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42866B-79A0-19DF-A14E-F1DF4CCC8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907" y="2584704"/>
            <a:ext cx="7915119" cy="2234216"/>
          </a:xfrm>
        </p:spPr>
      </p:pic>
    </p:spTree>
    <p:extLst>
      <p:ext uri="{BB962C8B-B14F-4D97-AF65-F5344CB8AC3E}">
        <p14:creationId xmlns:p14="http://schemas.microsoft.com/office/powerpoint/2010/main" val="265517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C34F82-4A23-B6AB-CE5D-EE09DEA9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38" y="706374"/>
            <a:ext cx="8637495" cy="389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7E025F-3BAA-40F6-7FC6-FC96A589C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3" y="487680"/>
            <a:ext cx="8243094" cy="50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14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8CD956-33AB-7F2B-E1B7-A69CDDB7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" y="309181"/>
            <a:ext cx="8137001" cy="603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20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C3254-9CDF-A884-4A52-F8B4242E0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24" y="110299"/>
            <a:ext cx="8241792" cy="667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67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6E7EE6-6801-8261-91E5-13789DDBFF83}"/>
              </a:ext>
            </a:extLst>
          </p:cNvPr>
          <p:cNvSpPr/>
          <p:nvPr/>
        </p:nvSpPr>
        <p:spPr>
          <a:xfrm>
            <a:off x="3292644" y="2967335"/>
            <a:ext cx="2558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13163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754</TotalTime>
  <Words>635</Words>
  <Application>Microsoft Office PowerPoint</Application>
  <PresentationFormat>On-screen Show (4:3)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Source Sans Pro</vt:lpstr>
      <vt:lpstr>Office Theme</vt:lpstr>
      <vt:lpstr>Object Oriented Programming in Python</vt:lpstr>
      <vt:lpstr>OOPs Concepts</vt:lpstr>
      <vt:lpstr>Introduction</vt:lpstr>
      <vt:lpstr>PowerPoint Presentation</vt:lpstr>
      <vt:lpstr>PowerPoint Presentation</vt:lpstr>
      <vt:lpstr>Inheritance</vt:lpstr>
      <vt:lpstr>Classes</vt:lpstr>
      <vt:lpstr>Creating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27</cp:revision>
  <dcterms:created xsi:type="dcterms:W3CDTF">2025-04-03T17:06:46Z</dcterms:created>
  <dcterms:modified xsi:type="dcterms:W3CDTF">2025-04-04T05:41:08Z</dcterms:modified>
</cp:coreProperties>
</file>