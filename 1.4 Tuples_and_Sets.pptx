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25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200" dirty="0">
                <a:solidFill>
                  <a:srgbClr val="FFFFFF"/>
                </a:solidFill>
              </a:rPr>
              <a:t>Tuples and Sets in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/>
          </a:bodyPr>
          <a:lstStyle/>
          <a:p>
            <a:pPr algn="l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54ED68-D934-B1B4-88F4-E4BC12F49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67" y="215720"/>
            <a:ext cx="7118735" cy="8693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Tuples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Tuples are ordered collections of items enclosed in parentheses. They are immutable.</a:t>
            </a:r>
          </a:p>
          <a:p>
            <a:endParaRPr/>
          </a:p>
          <a:p>
            <a:r>
              <a:t>Example:</a:t>
            </a:r>
          </a:p>
          <a:p>
            <a:r>
              <a:t>example_tuple = (1, 2, 3, 'hello')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Tuple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Tuples support indexing, concatenation, and repetition but cannot be modified.</a:t>
            </a:r>
          </a:p>
          <a:p>
            <a:endParaRPr/>
          </a:p>
          <a:p>
            <a:r>
              <a:t>Example:</a:t>
            </a:r>
          </a:p>
          <a:p>
            <a:r>
              <a:t>(1,2) + (3,4) → (1,2,3,4)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Indexing and Slicing in Tuples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Tuples allow accessing elements using index positions and slicing.</a:t>
            </a:r>
          </a:p>
          <a:p>
            <a:endParaRPr/>
          </a:p>
          <a:p>
            <a:r>
              <a:t>Example:</a:t>
            </a:r>
          </a:p>
          <a:p>
            <a:r>
              <a:t>t = (10, 20, 30)</a:t>
            </a:r>
          </a:p>
          <a:p>
            <a:r>
              <a:t>t[1] → 20</a:t>
            </a:r>
          </a:p>
          <a:p>
            <a:r>
              <a:t>t[:2] → (10, 20)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Built-In Functions Used on Tuples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Common functions include len(), max(), min(), and sum() for numeric tuples.</a:t>
            </a:r>
          </a:p>
          <a:p>
            <a:endParaRPr/>
          </a:p>
          <a:p>
            <a:r>
              <a:t>Example:</a:t>
            </a:r>
          </a:p>
          <a:p>
            <a:r>
              <a:t>max((5,10,15)) →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 between Tuples and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Lists are mutable, while tuples are immutable. Tuples can be converted to lists and vice versa.</a:t>
            </a:r>
          </a:p>
          <a:p>
            <a:endParaRPr/>
          </a:p>
          <a:p>
            <a:r>
              <a:t>Example:</a:t>
            </a:r>
          </a:p>
          <a:p>
            <a:r>
              <a:t>tuple([1,2,3]) → (1,2,3)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Relation between Tuples and Dictionaries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Tuples can be used as dictionary keys because they are immutable.</a:t>
            </a:r>
          </a:p>
          <a:p>
            <a:endParaRPr/>
          </a:p>
          <a:p>
            <a:r>
              <a:t>Example:</a:t>
            </a:r>
          </a:p>
          <a:p>
            <a:r>
              <a:t>d = {(1,2): 'value'}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Tuple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Tuples support methods like count() and index() to retrieve data.</a:t>
            </a:r>
          </a:p>
          <a:p>
            <a:endParaRPr/>
          </a:p>
          <a:p>
            <a:r>
              <a:t>Example:</a:t>
            </a:r>
          </a:p>
          <a:p>
            <a:r>
              <a:t>(1,2,3,2).count(2) →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zip()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zip() function combines multiple iterables element-wise.</a:t>
            </a:r>
          </a:p>
          <a:p>
            <a:endParaRPr/>
          </a:p>
          <a:p>
            <a:r>
              <a:t>Example:</a:t>
            </a:r>
          </a:p>
          <a:p>
            <a:r>
              <a:t>list(zip([1,2], ['a','b'])) → [(1,'a'), (2,'b')]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Sets are unordered collections of unique elements, defined using curly brackets.</a:t>
            </a:r>
          </a:p>
          <a:p>
            <a:endParaRPr/>
          </a:p>
          <a:p>
            <a:r>
              <a:t>Example:</a:t>
            </a:r>
          </a:p>
          <a:p>
            <a:r>
              <a:t>{1,2,3,3} → {1,2,3}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Common set methods include add(), remove(), union(), and intersection().</a:t>
            </a:r>
          </a:p>
          <a:p>
            <a:endParaRPr/>
          </a:p>
          <a:p>
            <a:r>
              <a:t>Example:</a:t>
            </a:r>
          </a:p>
          <a:p>
            <a:r>
              <a:t>{1,2}.union({2,3}) → {1,2,3}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Traversing of 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Sets can be iterated using loops since they are iterable.</a:t>
            </a:r>
          </a:p>
          <a:p>
            <a:endParaRPr/>
          </a:p>
          <a:p>
            <a:r>
              <a:t>Example:</a:t>
            </a:r>
          </a:p>
          <a:p>
            <a:r>
              <a:t>for i in {1,2,3}: print(i)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Frozenset()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frozenset is an immutable version of a set and does not allow modifications.</a:t>
            </a:r>
          </a:p>
          <a:p>
            <a:endParaRPr/>
          </a:p>
          <a:p>
            <a:r>
              <a:t>Example:</a:t>
            </a:r>
          </a:p>
          <a:p>
            <a:r>
              <a:t>frozenset([1,2,3]) → frozenset({1,2,3})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AA3C40-C2A7-C556-8F49-877BF5EF0741}"/>
              </a:ext>
            </a:extLst>
          </p:cNvPr>
          <p:cNvSpPr/>
          <p:nvPr/>
        </p:nvSpPr>
        <p:spPr>
          <a:xfrm>
            <a:off x="986118" y="735106"/>
            <a:ext cx="7540322" cy="29284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b="0" kern="1200" cap="none" spc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4269693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366</Words>
  <Application>Microsoft Office PowerPoint</Application>
  <PresentationFormat>On-screen Show (4:3)</PresentationFormat>
  <Paragraphs>64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Tuples and Sets in Python</vt:lpstr>
      <vt:lpstr>Creating Tuples</vt:lpstr>
      <vt:lpstr>Basic Tuple Operations</vt:lpstr>
      <vt:lpstr>Indexing and Slicing in Tuples</vt:lpstr>
      <vt:lpstr>Built-In Functions Used on Tuples</vt:lpstr>
      <vt:lpstr>Relation between Tuples and Lists</vt:lpstr>
      <vt:lpstr>Relation between Tuples and Dictionaries</vt:lpstr>
      <vt:lpstr>Tuple Methods</vt:lpstr>
      <vt:lpstr>Using zip() Function</vt:lpstr>
      <vt:lpstr>Sets</vt:lpstr>
      <vt:lpstr>Set Methods</vt:lpstr>
      <vt:lpstr>Traversing of Sets</vt:lpstr>
      <vt:lpstr>Frozenset()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Dr Ashwin Bhagat</cp:lastModifiedBy>
  <cp:revision>4</cp:revision>
  <dcterms:created xsi:type="dcterms:W3CDTF">2013-01-27T09:14:16Z</dcterms:created>
  <dcterms:modified xsi:type="dcterms:W3CDTF">2025-03-24T05:48:40Z</dcterms:modified>
  <cp:category/>
</cp:coreProperties>
</file>