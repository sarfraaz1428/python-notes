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7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5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9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3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7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6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0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5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7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44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9BF7E-829A-4FC2-AF45-A4B1224CE787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60CED-CA96-4C3A-92AB-2553AFF3C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06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9D6F6-A1A1-CABC-1CA6-A8E2187DC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1383528"/>
            <a:ext cx="4444491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7100"/>
              <a:t>Networking in Python</a:t>
            </a:r>
            <a:endParaRPr lang="en-IN" sz="7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F84B3-72AA-4DFF-CF85-D74D5D64C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4582814"/>
            <a:ext cx="4444491" cy="1312657"/>
          </a:xfrm>
        </p:spPr>
        <p:txBody>
          <a:bodyPr anchor="t">
            <a:normAutofit/>
          </a:bodyPr>
          <a:lstStyle/>
          <a:p>
            <a:pPr algn="r"/>
            <a:endParaRPr lang="en-IN"/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53E97F38-27E3-BE5A-D8AD-DCF8442E3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721" y="2579057"/>
            <a:ext cx="1966329" cy="175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0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D6FC-C402-55A4-2884-FEAC9D68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&amp; IP Addresses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D98C-CFD1-2C04-2FD5-26437D955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socket is a network connection endpoint. When your Web browser requests the main Web page of www.python.org, for example, your Web browser creates a socket and instructs it to connect to the Web server hosting the Python Web site, where the Web server is also listening on a socket for incoming requests. </a:t>
            </a:r>
          </a:p>
          <a:p>
            <a:r>
              <a:rPr lang="en-US" dirty="0"/>
              <a:t>The two sides use the sockets to send messages and other data back and forth.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0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50A2-2DF5-2F93-B07C-20905329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F2374-9E6B-59C2-0479-0B296A7DE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socket is bound to a particular IP address and port.</a:t>
            </a:r>
          </a:p>
          <a:p>
            <a:r>
              <a:rPr lang="en-US" dirty="0"/>
              <a:t>An IP address is a sequence of four numbers in the range of 0 to 255 (for example, 173.15.20.201); port numbers range from 0 to 65535. Port numbers less than 1024 are reserved for well-known networking services</a:t>
            </a:r>
          </a:p>
          <a:p>
            <a:r>
              <a:rPr lang="en-US" dirty="0"/>
              <a:t>the maximum reserved value is stored in the socket module’s IPPORT_RESERVED variable. </a:t>
            </a:r>
          </a:p>
          <a:p>
            <a:r>
              <a:rPr lang="en-US" dirty="0"/>
              <a:t>You can use other port numbers for your own programs, although technically, ports 1024 to 5000 (</a:t>
            </a:r>
            <a:r>
              <a:rPr lang="en-US" dirty="0" err="1"/>
              <a:t>socket.IPPORT_USERRESERVED</a:t>
            </a:r>
            <a:r>
              <a:rPr lang="en-US" dirty="0"/>
              <a:t>) are used for officially registered 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95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4A50-A75E-E536-7993-083ED047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Localhost Address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4DD8-DF99-8B1D-8EA4-641C7F30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address 127.0.0.1 is the localhost address; it always refers to the current computer. Programs can use this address to connect to other programs running on the same machine.</a:t>
            </a:r>
          </a:p>
          <a:p>
            <a:r>
              <a:rPr lang="en-US" dirty="0"/>
              <a:t>.Domain Name Servers (DNS) handle the task of mapping the names to the IP addresses. Every computer can have a host name, even if it isn’t an officially registered one.</a:t>
            </a:r>
          </a:p>
          <a:p>
            <a:r>
              <a:rPr lang="en-US" dirty="0"/>
              <a:t>HTTP is the protocol used to communicate between Web browsers and Web servers, and it is built upon the TCP protocol, which is in turn built upon a protocol named IP.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935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B184-42D4-311F-88FA-9AEF5175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&amp; UDP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5E45-5D8F-2F85-70E8-32F65EF88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and UDP protocols.</a:t>
            </a:r>
          </a:p>
          <a:p>
            <a:r>
              <a:rPr lang="en-US" dirty="0"/>
              <a:t>TCP creates a persistent connection between two endpoints, and the messages that you send are guaranteed to arrive at their destination and to arrive in order. </a:t>
            </a:r>
          </a:p>
          <a:p>
            <a:r>
              <a:rPr lang="en-US" dirty="0"/>
              <a:t>UDP is connectionless, a bit faster, but less reliable. Messages you send may or may not make it to the other end; and if they do make it, they might arrive out of order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46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9375-FE43-3A9B-D7B3-5260EDB5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socket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7447-4E4F-8968-E78F-046F357C3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4288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socket module provides several functions for working with host names and addresses.</a:t>
            </a:r>
          </a:p>
          <a:p>
            <a:r>
              <a:rPr lang="en-US" dirty="0"/>
              <a:t>The socket module is a very close wrapper around the C socket library; and like the C version, it supports all sorts of options. </a:t>
            </a:r>
          </a:p>
          <a:p>
            <a:r>
              <a:rPr lang="en-US" dirty="0" err="1">
                <a:solidFill>
                  <a:srgbClr val="FF0000"/>
                </a:solidFill>
              </a:rPr>
              <a:t>gethostbyname</a:t>
            </a:r>
            <a:r>
              <a:rPr lang="en-US" dirty="0"/>
              <a:t>(name) tries to resolve the given host name to an IP address.</a:t>
            </a:r>
          </a:p>
          <a:p>
            <a:r>
              <a:rPr lang="en-US" dirty="0"/>
              <a:t>An extended form, </a:t>
            </a:r>
            <a:r>
              <a:rPr lang="en-US" dirty="0" err="1"/>
              <a:t>gethostbyname_ex</a:t>
            </a:r>
            <a:r>
              <a:rPr lang="en-US" dirty="0"/>
              <a:t>(name), returns a 3-tuple consisting of the primary host name of the given address, a list of alternative host names for the same IP address,</a:t>
            </a:r>
          </a:p>
          <a:p>
            <a:r>
              <a:rPr lang="en-US" dirty="0"/>
              <a:t>The </a:t>
            </a:r>
            <a:r>
              <a:rPr lang="en-US" dirty="0" err="1"/>
              <a:t>gethostbyaddr</a:t>
            </a:r>
            <a:r>
              <a:rPr lang="en-US" dirty="0"/>
              <a:t>(address) function does the same thing, except that you supply it an IP address string instead of a host name: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89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AC067-FF43-87D6-D6CC-31D88037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426720"/>
            <a:ext cx="8076438" cy="6254496"/>
          </a:xfrm>
        </p:spPr>
        <p:txBody>
          <a:bodyPr>
            <a:normAutofit fontScale="925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getservbyname</a:t>
            </a:r>
            <a:r>
              <a:rPr lang="en-US" dirty="0">
                <a:solidFill>
                  <a:srgbClr val="FF0000"/>
                </a:solidFill>
              </a:rPr>
              <a:t>(service, protocol)</a:t>
            </a:r>
            <a:r>
              <a:rPr lang="en-US" dirty="0"/>
              <a:t> takes a service name (such as ‘telnet’ or ‘ftp’) and a protocol (such as ‘</a:t>
            </a:r>
            <a:r>
              <a:rPr lang="en-US" dirty="0" err="1"/>
              <a:t>tcp</a:t>
            </a:r>
            <a:r>
              <a:rPr lang="en-US" dirty="0"/>
              <a:t>’ or ‘</a:t>
            </a:r>
            <a:r>
              <a:rPr lang="en-US" dirty="0" err="1"/>
              <a:t>udp</a:t>
            </a:r>
            <a:r>
              <a:rPr lang="en-US" dirty="0"/>
              <a:t>’) and returns the port number used by that service:</a:t>
            </a:r>
          </a:p>
          <a:p>
            <a:r>
              <a:rPr lang="en-US" dirty="0"/>
              <a:t>non-Python programs store and use IP addresses in their 32-bit packed form. The </a:t>
            </a:r>
            <a:r>
              <a:rPr lang="en-US" dirty="0" err="1">
                <a:solidFill>
                  <a:srgbClr val="FF0000"/>
                </a:solidFill>
              </a:rPr>
              <a:t>inet_aton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ip_addr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inet_ntoa</a:t>
            </a:r>
            <a:r>
              <a:rPr lang="en-US" dirty="0">
                <a:solidFill>
                  <a:srgbClr val="FF0000"/>
                </a:solidFill>
              </a:rPr>
              <a:t>(packed) </a:t>
            </a:r>
            <a:r>
              <a:rPr lang="en-US" dirty="0"/>
              <a:t>functions convert back and forth between this form and an IP address string</a:t>
            </a:r>
          </a:p>
          <a:p>
            <a:r>
              <a:rPr lang="en-US" dirty="0"/>
              <a:t>socket also defines a few variables representing some reserved IP addresses.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INADDR_ANY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INADDR_BROADCAST </a:t>
            </a:r>
            <a:r>
              <a:rPr lang="en-US" dirty="0"/>
              <a:t>are reserved IP addresses referring to any IP address and the broadcast address, respectively; and INADDR_LOOPBACK refers to the loopback device, always at address 127.0.0.1. These variables are in the numeric 32-bit 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00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E873-5DEA-E770-200C-E34AE1FA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Sockets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573F-72A2-FD6B-3E65-0443AA1A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two sockets connect (via TCP, for example), one side listens for and accepts an incoming connection, and the other side initiates that connection. </a:t>
            </a:r>
          </a:p>
          <a:p>
            <a:r>
              <a:rPr lang="en-US" dirty="0"/>
              <a:t>The listening side creates a socket, calls bind(address) to bind it to a particular address and port, calls listen(backlog) to listen for incoming connections, and finally calls accept() to accept the new, incoming connection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29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711" y="221673"/>
            <a:ext cx="6288577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F3DB2-39A0-95BA-D987-A3D88D4E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0" y="310343"/>
            <a:ext cx="5989320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2332" y="1211407"/>
            <a:ext cx="541933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428F21-DD75-1375-09E0-3DAB6705A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79" y="2774410"/>
            <a:ext cx="8565642" cy="28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0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711" y="221673"/>
            <a:ext cx="6288577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41DD2-27EC-CD8F-208D-7E18136F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0" y="310343"/>
            <a:ext cx="5989320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2332" y="1211407"/>
            <a:ext cx="541933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AC1C8-D224-0240-9FFA-0ED6E65EB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79" y="2999257"/>
            <a:ext cx="8565642" cy="237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33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84D3-DAFF-6E4C-24D6-79B7F2E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3F85-2ABC-6BF1-3B75-B7144E724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3040"/>
            <a:ext cx="7886700" cy="50298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addresses you pass to bind and connect are 2-tuples of (</a:t>
            </a:r>
            <a:r>
              <a:rPr lang="en-US" dirty="0" err="1"/>
              <a:t>ipAddress,port</a:t>
            </a:r>
            <a:r>
              <a:rPr lang="en-US" dirty="0"/>
              <a:t>) for AF_INET sockets.</a:t>
            </a:r>
          </a:p>
          <a:p>
            <a:r>
              <a:rPr lang="en-US" dirty="0"/>
              <a:t>If the underlying call to the C connect returns an error, </a:t>
            </a:r>
            <a:r>
              <a:rPr lang="en-US" dirty="0" err="1"/>
              <a:t>connect_ex</a:t>
            </a:r>
            <a:r>
              <a:rPr lang="en-US" dirty="0"/>
              <a:t> will also return an error (or 0 for success), instead of raising an exception.</a:t>
            </a:r>
          </a:p>
          <a:p>
            <a:r>
              <a:rPr lang="en-US" dirty="0"/>
              <a:t>When you call listen, you pass in a number specifying the maximum number of incoming connections that will be placed in a wait queue. </a:t>
            </a:r>
          </a:p>
          <a:p>
            <a:r>
              <a:rPr lang="en-US" dirty="0"/>
              <a:t>If more connections arrive when the queue is full, the remote side is informed that the connection was refused. </a:t>
            </a:r>
          </a:p>
          <a:p>
            <a:r>
              <a:rPr lang="en-US" dirty="0"/>
              <a:t>The SOMAXCONN variable in the socket module indicates the maximum size the wait queue can be.</a:t>
            </a:r>
          </a:p>
          <a:p>
            <a:r>
              <a:rPr lang="en-US" dirty="0"/>
              <a:t>The accept() method returns an address of the same form used by bind and connect, indicating the address of the remote socket.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553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79DC-C1C6-D142-E025-3A0A9383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&amp; Receiving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4072-71C7-F8B3-582D-DD64495D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send(string[, flags]) sends the given string of bytes to the remote socket. </a:t>
            </a:r>
            <a:r>
              <a:rPr lang="en-US" dirty="0" err="1"/>
              <a:t>sendto</a:t>
            </a:r>
            <a:r>
              <a:rPr lang="en-US" dirty="0"/>
              <a:t>(string[, flags], address) sends the given string to a particular address.</a:t>
            </a:r>
          </a:p>
          <a:p>
            <a:r>
              <a:rPr lang="en-US" dirty="0"/>
              <a:t>Both send and </a:t>
            </a:r>
            <a:r>
              <a:rPr lang="en-US" dirty="0" err="1"/>
              <a:t>sendto</a:t>
            </a:r>
            <a:r>
              <a:rPr lang="en-US" dirty="0"/>
              <a:t> return the number of bytes that were actually sent. When sending large amounts of data quickly, you may want to ensure that the entire message was sent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802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DE6D-BA82-0FDD-55CD-F0DB1E5E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D91A4-B643-4D73-C4C9-A38BE92B3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715032"/>
            <a:ext cx="7886700" cy="2572524"/>
          </a:xfrm>
        </p:spPr>
      </p:pic>
    </p:spTree>
    <p:extLst>
      <p:ext uri="{BB962C8B-B14F-4D97-AF65-F5344CB8AC3E}">
        <p14:creationId xmlns:p14="http://schemas.microsoft.com/office/powerpoint/2010/main" val="1414767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6ABD-8041-6753-21CE-12B6E3B2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Socket Options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E182-7FEB-B151-C578-C38654BA2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6464"/>
            <a:ext cx="7886700" cy="47504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socket object’s </a:t>
            </a:r>
            <a:r>
              <a:rPr lang="en-US" dirty="0" err="1"/>
              <a:t>getpeername</a:t>
            </a:r>
            <a:r>
              <a:rPr lang="en-US" dirty="0"/>
              <a:t>() and </a:t>
            </a:r>
            <a:r>
              <a:rPr lang="en-US" dirty="0" err="1"/>
              <a:t>getsockname</a:t>
            </a:r>
            <a:r>
              <a:rPr lang="en-US" dirty="0"/>
              <a:t>() methods both return a 2- tuple containing an IP address and a port</a:t>
            </a:r>
          </a:p>
          <a:p>
            <a:r>
              <a:rPr lang="en-US" dirty="0" err="1"/>
              <a:t>getpeername</a:t>
            </a:r>
            <a:r>
              <a:rPr lang="en-US" dirty="0"/>
              <a:t> returns the address and port of the remote socket to which it is connected, and </a:t>
            </a:r>
            <a:r>
              <a:rPr lang="en-US" dirty="0" err="1"/>
              <a:t>getsockname</a:t>
            </a:r>
            <a:r>
              <a:rPr lang="en-US" dirty="0"/>
              <a:t> returns the same information for the local socket</a:t>
            </a:r>
          </a:p>
          <a:p>
            <a:r>
              <a:rPr lang="en-US" dirty="0"/>
              <a:t>sockets are blocking, which means that socket method calls don’t return until the action completes</a:t>
            </a:r>
          </a:p>
          <a:p>
            <a:r>
              <a:rPr lang="en-US" dirty="0"/>
              <a:t>the call to send will try to block until it can put more data into the buffer. You can change this behavior by calling the </a:t>
            </a:r>
            <a:r>
              <a:rPr lang="en-US" dirty="0" err="1"/>
              <a:t>setblocking</a:t>
            </a:r>
            <a:r>
              <a:rPr lang="en-US" dirty="0"/>
              <a:t>(flag) method with a value of 0</a:t>
            </a:r>
          </a:p>
          <a:p>
            <a:r>
              <a:rPr lang="en-US" dirty="0"/>
              <a:t>When a socket is nonblocking, it will raise the error exception if the requested action would cause it to block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76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B28163-1F34-DA2E-A250-BAB90760B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43406"/>
            <a:ext cx="8178799" cy="4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1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E9E2A-6FC3-ADC2-4658-3E4B7C7EB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58100"/>
            <a:ext cx="8178799" cy="374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54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CC91E2-D6D5-61DD-D5A6-A41B9442D323}"/>
              </a:ext>
            </a:extLst>
          </p:cNvPr>
          <p:cNvSpPr/>
          <p:nvPr/>
        </p:nvSpPr>
        <p:spPr>
          <a:xfrm>
            <a:off x="3239746" y="2967335"/>
            <a:ext cx="266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The End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127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1052</Words>
  <Application>Microsoft Office PowerPoint</Application>
  <PresentationFormat>On-screen Show (4:3)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Networking in Python</vt:lpstr>
      <vt:lpstr>Sockets &amp; IP Addresses</vt:lpstr>
      <vt:lpstr>Ports</vt:lpstr>
      <vt:lpstr>Localhost Address</vt:lpstr>
      <vt:lpstr>TCP &amp; UDP</vt:lpstr>
      <vt:lpstr>The socket module</vt:lpstr>
      <vt:lpstr>PowerPoint Presentation</vt:lpstr>
      <vt:lpstr>Connecting Sockets</vt:lpstr>
      <vt:lpstr>Server </vt:lpstr>
      <vt:lpstr>Client</vt:lpstr>
      <vt:lpstr>Program Explanation</vt:lpstr>
      <vt:lpstr>Sending &amp; Receiving Data</vt:lpstr>
      <vt:lpstr>Socket Program</vt:lpstr>
      <vt:lpstr>Using Socket Options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49</cp:revision>
  <dcterms:created xsi:type="dcterms:W3CDTF">2025-04-17T08:07:45Z</dcterms:created>
  <dcterms:modified xsi:type="dcterms:W3CDTF">2025-04-17T11:04:53Z</dcterms:modified>
</cp:coreProperties>
</file>