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14C2-C614-42AD-BB79-169F2797B02F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AD2D9-3888-4C14-9748-893151BF7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27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14C2-C614-42AD-BB79-169F2797B02F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AD2D9-3888-4C14-9748-893151BF7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03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14C2-C614-42AD-BB79-169F2797B02F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AD2D9-3888-4C14-9748-893151BF7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14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14C2-C614-42AD-BB79-169F2797B02F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AD2D9-3888-4C14-9748-893151BF7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325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14C2-C614-42AD-BB79-169F2797B02F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AD2D9-3888-4C14-9748-893151BF7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48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14C2-C614-42AD-BB79-169F2797B02F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AD2D9-3888-4C14-9748-893151BF7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872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14C2-C614-42AD-BB79-169F2797B02F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AD2D9-3888-4C14-9748-893151BF7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6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14C2-C614-42AD-BB79-169F2797B02F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AD2D9-3888-4C14-9748-893151BF7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127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14C2-C614-42AD-BB79-169F2797B02F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AD2D9-3888-4C14-9748-893151BF7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68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14C2-C614-42AD-BB79-169F2797B02F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AD2D9-3888-4C14-9748-893151BF7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127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D14C2-C614-42AD-BB79-169F2797B02F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AD2D9-3888-4C14-9748-893151BF7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120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4D14C2-C614-42AD-BB79-169F2797B02F}" type="datetimeFigureOut">
              <a:rPr lang="en-IN" smtClean="0"/>
              <a:t>21-04-2025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AD2D9-3888-4C14-9748-893151BF7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26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1D97-323B-E219-DB1A-98438C1062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Dat Processing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3C55C3-36F1-ABF1-54CF-8D7AC1261F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CSV &amp; JSON files</a:t>
            </a: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D07B9-A494-5E10-B28F-857FA959A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72971"/>
            <a:ext cx="7628094" cy="93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95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2464D-AD43-7215-FE12-C6DB0E69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CSV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3B42F-E976-5503-2C0D-FA822E63A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85000" lnSpcReduction="10000"/>
          </a:bodyPr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CSV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(Comma Separated Values) is a simple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file format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used to store tabular data, such as a spreadsheet or database.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 CSV file stores tabular data (numbers and text) in plain text.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Each line of the file is a data record. Each record consists of one or more fields, separated by commas.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use of the comma as a field separator is the source of the name for this file format.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For working CSV files in Python, there is an inbuilt module called CSV.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-apple-system"/>
              </a:rPr>
              <a:t>CSV (Comma Separated Values) format is the most common import and export format for spreadsheets and databases.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4903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01817-F1DC-621F-0467-3C314A79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 CSV File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7E599-2955-46C9-414B-E26D810A2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Reading from a CSV file is done using the reader object.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CSV file is opened as a text file with Python’s built-in open() function, which returns a file object. 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In this example, we first open the CSV file in READ mode, file object is converted to </a:t>
            </a:r>
            <a:r>
              <a:rPr lang="en-US" b="0" i="0" dirty="0" err="1">
                <a:solidFill>
                  <a:srgbClr val="273239"/>
                </a:solidFill>
                <a:effectLst/>
                <a:latin typeface="Nunito" pitchFamily="2" charset="0"/>
              </a:rPr>
              <a:t>csv.reader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object and further operation takes place.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3172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70125-4794-652D-0B71-A46F0FA4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" y="494414"/>
            <a:ext cx="7900987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CSV File(salary.csv)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D5B19E-26F3-80AC-564E-AAC8959BA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595" y="2354239"/>
            <a:ext cx="7258810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3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06F63-F16E-0FF4-7960-D41F32276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954913"/>
            <a:ext cx="8178799" cy="49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911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E0B725-4188-9718-06B2-33240C15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" y="494414"/>
            <a:ext cx="7900987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Output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95AB59-B750-B1ED-1DD3-102CEFF2CE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3744" y="2354239"/>
            <a:ext cx="6836511" cy="3948085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69084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A468F0-13A2-3BB9-5297-F12498998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" y="494414"/>
            <a:ext cx="7900987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Writing in a CSV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3CF6DE-D146-A935-B5A3-061203A76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4633" y="2354239"/>
            <a:ext cx="5914734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67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0AE02C-65CC-8229-70DB-B5FD19079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1" y="639193"/>
            <a:ext cx="2678858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Student.csv file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ABBA84-FF20-B2BF-57FE-40DAD9AA9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0722" y="1586439"/>
            <a:ext cx="5410962" cy="365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0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1696472" y="-729002"/>
            <a:ext cx="5649003" cy="7988753"/>
          </a:xfrm>
          <a:custGeom>
            <a:avLst/>
            <a:gdLst>
              <a:gd name="connsiteX0" fmla="*/ 0 w 5649003"/>
              <a:gd name="connsiteY0" fmla="*/ 3994377 h 7988753"/>
              <a:gd name="connsiteX1" fmla="*/ 2824502 w 5649003"/>
              <a:gd name="connsiteY1" fmla="*/ 0 h 7988753"/>
              <a:gd name="connsiteX2" fmla="*/ 5649004 w 5649003"/>
              <a:gd name="connsiteY2" fmla="*/ 3994377 h 7988753"/>
              <a:gd name="connsiteX3" fmla="*/ 2824502 w 5649003"/>
              <a:gd name="connsiteY3" fmla="*/ 7988754 h 7988753"/>
              <a:gd name="connsiteX4" fmla="*/ 0 w 5649003"/>
              <a:gd name="connsiteY4" fmla="*/ 3994377 h 798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7988753" fill="none" extrusionOk="0">
                <a:moveTo>
                  <a:pt x="0" y="3994377"/>
                </a:moveTo>
                <a:cubicBezTo>
                  <a:pt x="186946" y="1724370"/>
                  <a:pt x="1438121" y="-52385"/>
                  <a:pt x="2824502" y="0"/>
                </a:cubicBezTo>
                <a:cubicBezTo>
                  <a:pt x="4573533" y="-25557"/>
                  <a:pt x="5524760" y="1760129"/>
                  <a:pt x="5649004" y="3994377"/>
                </a:cubicBezTo>
                <a:cubicBezTo>
                  <a:pt x="5518761" y="6222535"/>
                  <a:pt x="4285196" y="8231096"/>
                  <a:pt x="2824502" y="7988754"/>
                </a:cubicBezTo>
                <a:cubicBezTo>
                  <a:pt x="1332602" y="8079924"/>
                  <a:pt x="181951" y="6393158"/>
                  <a:pt x="0" y="3994377"/>
                </a:cubicBezTo>
                <a:close/>
              </a:path>
              <a:path w="5649003" h="7988753" stroke="0" extrusionOk="0">
                <a:moveTo>
                  <a:pt x="0" y="3994377"/>
                </a:moveTo>
                <a:cubicBezTo>
                  <a:pt x="-54350" y="1735993"/>
                  <a:pt x="1351726" y="167869"/>
                  <a:pt x="2824502" y="0"/>
                </a:cubicBezTo>
                <a:cubicBezTo>
                  <a:pt x="4343116" y="-29476"/>
                  <a:pt x="5695592" y="2113332"/>
                  <a:pt x="5649004" y="3994377"/>
                </a:cubicBezTo>
                <a:cubicBezTo>
                  <a:pt x="5518596" y="6213441"/>
                  <a:pt x="4081190" y="7959286"/>
                  <a:pt x="2824502" y="7988754"/>
                </a:cubicBezTo>
                <a:cubicBezTo>
                  <a:pt x="1192166" y="7815502"/>
                  <a:pt x="-92001" y="6198372"/>
                  <a:pt x="0" y="3994377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DF86FC-BF25-4553-1FE1-B1BC63B10AA3}"/>
              </a:ext>
            </a:extLst>
          </p:cNvPr>
          <p:cNvSpPr/>
          <p:nvPr/>
        </p:nvSpPr>
        <p:spPr>
          <a:xfrm>
            <a:off x="1549908" y="1911096"/>
            <a:ext cx="6041898" cy="20766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700" b="1" kern="1200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The End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173498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22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213</Words>
  <Application>Microsoft Office PowerPoint</Application>
  <PresentationFormat>On-screen Show (4:3)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-apple-system</vt:lpstr>
      <vt:lpstr>Aptos</vt:lpstr>
      <vt:lpstr>Aptos Display</vt:lpstr>
      <vt:lpstr>Arial</vt:lpstr>
      <vt:lpstr>Nunito</vt:lpstr>
      <vt:lpstr>Office Theme</vt:lpstr>
      <vt:lpstr>Python Dat Processing</vt:lpstr>
      <vt:lpstr>Introduction to CSV</vt:lpstr>
      <vt:lpstr>Reading a CSV File</vt:lpstr>
      <vt:lpstr>CSV File(salary.csv)</vt:lpstr>
      <vt:lpstr>PowerPoint Presentation</vt:lpstr>
      <vt:lpstr>Output</vt:lpstr>
      <vt:lpstr>Writing in a CSV file</vt:lpstr>
      <vt:lpstr>Student.csv file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>Dr Ashwin Bhagat</cp:lastModifiedBy>
  <cp:revision>13</cp:revision>
  <dcterms:created xsi:type="dcterms:W3CDTF">2025-03-11T08:24:29Z</dcterms:created>
  <dcterms:modified xsi:type="dcterms:W3CDTF">2025-04-21T10:36:04Z</dcterms:modified>
</cp:coreProperties>
</file>